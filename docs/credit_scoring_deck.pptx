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FRASES SUGERIDAS (30-40s):
"Boa tarde. Imaginem uma financeira de crédito ao consumidor. Ela perde dinheiro nos dois extremos: quando aprova quem não paga - isso é 8% da carteira indo pra default - e quando nega quem pagaria, perdendo receita e excluindo gente do sistema financeiro. O problema é que hoje essa decisão depende muito de score de bureau, que falta em 20 a 56% dos casos. Nosso projeto responde uma pergunta simples: dado um pedido de crédito, qual a probabilidade desse cliente ter dificuldade de pagamento, e qual o ponto de corte que maximiza o resultado financeiro da empresa?"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FRASES SUGERIDAS:
"Antes de modelar, entendemos a base: 307 mil clientes, 124 variáveis na tabela principal. O target é bem desbalanceado - só 8% dos clientes têm dificuldade de pagamento, então priorizamos AUC e KS em vez de acurácia. Encontramos bastante dado faltante, principalmente em informação de imóvel e no score externo EXT_SOURCE_1, que falta em mais da metade dos casos - apesar de ser um dos melhores preditores que temos. Isso já apontou pra necessidade de enriquecer a base com histórico de bureau e pagamentos, que é exatamente o que fizemos na ABT."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FRASES SUGERIDAS:
"Depois de limpar a tabela principal, construímos a ABT: uma linha por cliente, juntando as outras 5 tabelas relacionais - bureau, propostas anteriores, uso de cartão, parcelamento e histórico POS. Cada uma foi agregada por cliente com mean, sum, max, min e contagem, e criamos ratios de negócio como crédito sobre renda e anuidade sobre renda. O resultado final tem cerca de 470 variáveis por cliente. Todo o pipeline é parametrizado por config YAML, então dá pra ajustar sem mexer no código, e validamos que não existe SK_ID_CURR duplicado no final."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FRASES SUGERIDAS:
"Treinamos dois modelos. O baseline é uma regressão logística, interpretável, que serve de piso: AUC de 0,771 e KS de 0,406. O campeão é um LightGBM, que trata categóricas nativamente e usa is_unbalance pra lidar com o desbalanceamento - ele chega a AUC de 0,785 e KS de 0,438, com early stopping na iteração 654. Sobre overfitting: o AUC de treino é 0,872, mas cai pra 0,781 em validação e 0,785 em teste - ou seja, validação e teste ficam praticamente empatados, o que mostra que o modelo generaliza bem e não está apenas decorando o treino."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FRASES SUGERIDAS:
"Na avaliação, olhamos além do AUC. A curva ROC e a Precision-Recall confirmam que o modelo separa bem as duas classes mesmo desbalanceadas. Usando SHAP, conseguimos explicar cada predição - o que é essencial pra governança de crédito, porque não basta dar um score, precisamos justificar a decisão. Definimos o threshold de negócio em 0,5 a partir de uma matriz de custo: aprovar um mau pagador custa 10 vezes mais que negar um bom pagador. Com esse corte, o modelo aprova 72% da carteira, equilibrando redução de perda com volume de negócio." 
ENCERRAMENTO (para o pitch): "Em resumo: partimos de um problema real de crédito, construímos uma ABT robusta com quase 470 variáveis, treinamos e comparamos dois modelos com controle de overfitting, e entregamos não só um score, mas uma decisão de negócio explicável e acionável."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aprovar, quem negar: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modelo de risco de crédito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(TCC) — MBA Big Data e Analytics · FIA/LABDATA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financeira de crédito ao consumidor perde nos dois extremos: aprova quem não paga e nega quem pagaria. A decisão hoje depende de scores de bureau que faltam em 20–56% dos casos.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685800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519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negócio: </a:t>
            </a:r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pedido de crédito, qual a probabilidade de dificuldade de pagamento — e qual ponto de corte maximiza o resultado financeiro?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869680" y="8229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27306B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0" y="914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052560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carteira entra em default (TARGET)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69680" y="21945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27306B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0" y="2286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20–56%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052560" y="2852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casos sem score de bureau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9680" y="35661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27306B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52560" y="42245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relacionais na base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 (Kaggle)  ·  CRISP-DM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887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 — Análise Exploratória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clean_data.csv  ·  DataPipeline/exp_analysis.ipynb</a:t>
            </a:r>
            <a:endParaRPr lang="en-US" sz="1200" dirty="0"/>
          </a:p>
        </p:txBody>
      </p:sp>
      <p:pic>
        <p:nvPicPr>
          <p:cNvPr id="5" name="Image 0" descr="eda_target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246120" cy="2587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60520" y="1234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251960" y="1344168"/>
            <a:ext cx="16916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307.511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251960" y="1947672"/>
            <a:ext cx="16916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· 124 variáveis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234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1344168"/>
            <a:ext cx="169164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8,07%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263640" y="1947672"/>
            <a:ext cx="16916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default (TARGET=1)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60520" y="2560320"/>
            <a:ext cx="1874520" cy="1261872"/>
          </a:xfrm>
          <a:prstGeom prst="roundRect">
            <a:avLst>
              <a:gd name="adj" fmla="val 57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51960" y="2670048"/>
            <a:ext cx="1691640" cy="694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56,4%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251960" y="3317443"/>
            <a:ext cx="1691640" cy="4795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em EXT_SOURCE_1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2560320"/>
            <a:ext cx="1874520" cy="1261872"/>
          </a:xfrm>
          <a:prstGeom prst="roundRect">
            <a:avLst>
              <a:gd name="adj" fmla="val 57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263640" y="2670048"/>
            <a:ext cx="1691640" cy="69403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–18%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263640" y="3317443"/>
            <a:ext cx="1691640" cy="4795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EXT_SOURCE x TARGET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75320" y="1234440"/>
            <a:ext cx="3337560" cy="4434840"/>
          </a:xfrm>
          <a:prstGeom prst="roundRect">
            <a:avLst>
              <a:gd name="adj" fmla="val 2192"/>
            </a:avLst>
          </a:prstGeom>
          <a:solidFill>
            <a:srgbClr val="F4F6FB"/>
          </a:solidFill>
          <a:ln/>
        </p:spPr>
      </p:sp>
      <p:sp>
        <p:nvSpPr>
          <p:cNvPr id="19" name="Text 16"/>
          <p:cNvSpPr/>
          <p:nvPr/>
        </p:nvSpPr>
        <p:spPr>
          <a:xfrm>
            <a:off x="8503920" y="1417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EDA mostrou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503920" y="187452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2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 ~8%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AUC/KS/recall como métricas, is_unbalance no modelo.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relevantes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dados de imóvel (COMMONAREA ~70%) e EXT_SOURCE_1 → LightGBM trata nativamente.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 = forte preditor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baixa cobertura → precisa ser reforçado pela ABT (histórico bureau/pagamentos).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por segmento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desigual: desempregados 36%, licença-maternidade 40% vs. aposentados 5,4%.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39136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 TARGET (0 = paga · 1 = dificuldade de pagamento)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- Home Credit Default Risk  |  FIA/LABDATA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887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— Analytical Base 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data_sanitization.py  →  abt_transform.py  →  Dados/abt.csv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5544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5544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bureau_balance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55448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55448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POS_CASH_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5603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5603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5603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27306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256032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2057400"/>
            <a:ext cx="640080" cy="45720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1554480"/>
            <a:ext cx="2103120" cy="1874520"/>
          </a:xfrm>
          <a:prstGeom prst="roundRect">
            <a:avLst>
              <a:gd name="adj" fmla="val 4878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83680" y="224028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linha por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SK_ID_CURR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~470 features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1554480"/>
            <a:ext cx="2606040" cy="41148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agregamos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057400"/>
            <a:ext cx="2286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1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Estatísticas: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sum, max, min, count por cliente.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derivados: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credit/income, annuity/income, credit_term, employed/age.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bureau_balance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 primeiro por SK_ID_BUREAU, depois por cliente.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de SK_ID_CURR único garante 1 linha por cliente, sem duplicidade.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em DataPipeline/config.yaml: caminhos, sentinela DAYS_EMPLOYED=365243→NaN, clip de renda no p99,9, funções de agregação e ratios — tudo parametrizado.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- Home Credit Default Risk  |  FIA/LABDATA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887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— Baseline vs. Campeão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8872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Model/train.py  ·  split estratificado 60/20/20 (treino/valid/teste)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— Regressão Logística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Imputação + scaling + one-hot · class_weight=balanced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2402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350008"/>
            <a:ext cx="210312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0,771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2871216"/>
            <a:ext cx="210312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(teste)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350008"/>
            <a:ext cx="210312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2871216"/>
            <a:ext cx="210312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(teste)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429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interpretável, coeficientes auditáveis — usada como piso de comparação.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Campeão — LightGBM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 nativas · is_unbalance=true · early stopping (654 iterações)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22402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7306B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550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(teste)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78240" y="22402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27306B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0,438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7782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(teste)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429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lr=0,02 · num_leaves=34 · max_depth=8 · reg_alpha/lambda=0,1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de overfitting (AUC por conjunto — LightGBM)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709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868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4709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69748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26280" y="4709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52628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4617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treino→validação (~9pp) esperado em LightGBM com early stopping; valid≈teste indica generalização estável, sem overfitting descontrolado.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- Home Credit Default Risk  |  FIA/LABDATA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8872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Performance, Custo e Explicabilidade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188720" y="713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Model/evaluation.ipynb  ·  matriz de custo + SHAP</a:t>
            </a:r>
            <a:endParaRPr lang="en-US" sz="1200" dirty="0"/>
          </a:p>
        </p:txBody>
      </p:sp>
      <p:pic>
        <p:nvPicPr>
          <p:cNvPr id="5" name="Image 0" descr="roc_pr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029200" cy="1965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54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ROC e Precision-Recall (teste)</a:t>
            </a:r>
            <a:endParaRPr lang="en-US" sz="1050" dirty="0"/>
          </a:p>
        </p:txBody>
      </p:sp>
      <p:pic>
        <p:nvPicPr>
          <p:cNvPr id="7" name="Image 1" descr="shap_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188720"/>
            <a:ext cx="2880360" cy="3383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06440" y="45720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impacto das variáveis na predição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915400" y="118872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>
            <a:off x="9098280" y="1325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Régua de decisão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098280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 negócio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0982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72,1%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9098280" y="30906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aprovação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0982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 vs 0,1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9098280" y="4005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FN vs custo FP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507492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5257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negócio: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aprovar um mau pagador é 10x o custo de negar um bom pagador — a régua reflete isso, priorizando recall na classe default sem inviabilizar a operação (72% de aprovação).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- Home Credit Default Risk  |  FIA/LABDATA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- Home Credit Default Risk</dc:title>
  <dc:subject>PptxGenJS Presentation</dc:subject>
  <dc:creator>FIA LABDATA</dc:creator>
  <cp:lastModifiedBy>FIA LABDATA</cp:lastModifiedBy>
  <cp:revision>1</cp:revision>
  <dcterms:created xsi:type="dcterms:W3CDTF">2026-07-02T23:03:54Z</dcterms:created>
  <dcterms:modified xsi:type="dcterms:W3CDTF">2026-07-02T23:03:54Z</dcterms:modified>
</cp:coreProperties>
</file>